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本套幻灯片用 Marp CLI 从 Markdown 渲染：
npx @marp-team/marp-cli presentation/slides.md -o presentation/output.html
主题是可复用的 CSS，换项目只换内容不换样式。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</dc:title>
  <dc:subject>PptxGenJS Presentation</dc:subject>
  <dc:creator>Created by Marp</dc:creator>
  <cp:lastModifiedBy>Created by Marp</cp:lastModifiedBy>
  <cp:revision>1</cp:revision>
  <dcterms:created xsi:type="dcterms:W3CDTF">2026-08-25T04:40:46Z</dcterms:created>
  <dcterms:modified xsi:type="dcterms:W3CDTF">2026-08-25T04:40:46Z</dcterms:modified>
</cp:coreProperties>
</file>